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55448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Copilot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48640" y="20574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(Arena Copilot) — Technical Overview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265176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In-process AI workflow assistant. Same chat UI as Cloud — your infrastructure, your LLM provider, your data.\nUpdated Jul 2026: hybrid 12-specialist orchestration, ~86 tools, no Cloud hop for Local turns.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43891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briefing · synced with apps/sim/local-copilot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549640" y="480060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is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alternate copilot backend, not a separate product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82296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In-process AI agent inside the Arena Next.js app — calls your LLM provider directly.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allowlisted users it replaces the cloud Mothership Go agent (copilot.sim.ai).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chat UI, same SSE protocol, same portable tools — client needs no fork.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turns never call Cloud for tools or orchestration (app → your LLM only).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Hybrid orchestration: intent leaves ∪ 12 Cloud-named specialists + turn budgets.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91440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502920" y="1124712"/>
            <a:ext cx="91440" cy="9144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051560"/>
            <a:ext cx="7955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In-process AI agent inside the Arena Next.js app — calls your LLM provider directly.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02920" y="1536192"/>
            <a:ext cx="91440" cy="9144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463040"/>
            <a:ext cx="7955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allowlisted users it replaces the cloud Mothership Go agent (copilot.sim.ai).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1947672"/>
            <a:ext cx="91440" cy="9144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1874520"/>
            <a:ext cx="7955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chat UI, same SSE protocol, same portable tools — client needs no fork.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02920" y="2359152"/>
            <a:ext cx="91440" cy="9144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286000"/>
            <a:ext cx="7955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turns never call Cloud for tools or orchestration (app → your LLM only).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02920" y="2770632"/>
            <a:ext cx="91440" cy="9144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697480"/>
            <a:ext cx="7955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Hybrid orchestration: intent leaves ∪ 12 Cloud-named specialists + turn budgets.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246120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EFF6FF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383280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numbers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37033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Cloud deps on Local path  ·  ~86 leaf tools  ·  12 specialists  ·  ≤20 rounds  ·  depth≤3 / concurrent≤4 / 8 inv  ·  120k tiktoken  ·  Anthropic cache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549640" y="480060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exists (business value)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60350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Goal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Local Copilot delivers it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residency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Prompts, workflow structure, and transcripts stay in your Postgres + your LLM account.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Air-gapped / private cloud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Only outbound traffic is app → your provider (or internal OpenAI-compatible gateway).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 control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BYO keys; mothership spend gates still apply when billing is enabled; usage recorded.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Gradual rollout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Deny-by-default DB allowlist + per-user Local / Cloud switch in chat UI.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8549640" y="480060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Architecture: one pipeline, two backends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Server-side fork — identical SSE to the client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502920"/>
          </a:xfrm>
          <a:prstGeom prst="roundRect">
            <a:avLst>
              <a:gd name="adj" fmla="val 1090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097280"/>
            <a:ext cx="7955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 — Home / Workflow chat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94360" y="1307592"/>
            <a:ext cx="7955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 /api/mothership/chat · copilotBackend preference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502920"/>
          </a:xfrm>
          <a:prstGeom prst="roundRect">
            <a:avLst>
              <a:gd name="adj" fmla="val 1090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737360"/>
            <a:ext cx="7955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runCopilotLifecycle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947672"/>
            <a:ext cx="7955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 · spend gate · persist message · SSE · shouldRouteToLocalCopilot()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377440"/>
            <a:ext cx="3977640" cy="1417320"/>
          </a:xfrm>
          <a:prstGeom prst="roundRect">
            <a:avLst>
              <a:gd name="adj" fmla="val 3871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487168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— in-process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27889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→ tiktoken → your LLM → tools ≤20\nHybrid: leaves ∪ 12 specialists\nBudget: depth 3 · concurrent 4 · 8 inv · 90s\nNo hop to copilot.sim.ai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09160" y="2377440"/>
            <a:ext cx="3977640" cy="1417320"/>
          </a:xfrm>
          <a:prstGeom prst="roundRect">
            <a:avLst>
              <a:gd name="adj" fmla="val 3871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92040" y="2487168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— Go checkpoint loop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92040" y="27889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SIM_AGENT_API_URL + COPILOT_API_KEY\nDefault https://www.copilot.sim.ai\n12 Go specialist subagents\nFull catalog + Go web tools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SSE → client (Mothership stream v1) — text · tools · diff overlay — same shape both paths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549640" y="480060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&amp; access control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Deny-by-default — any failed gate falls back to Cloud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846320"/>
                <a:gridCol w="15544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Mechanism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 failure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Deployment flag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COPILOT_ENABLED (defaults true)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Per-user allowlist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local_copilot_user_access.has_access or local_only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User preference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Local / Cloud switch → copilotBackend (local_only pinned)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Request shape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workspaceId + userId required; DB errors fail closed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5204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Grant: UPDATE local_copilot_user_access SET has_access = true WHERE email = ...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457200" y="3886200"/>
            <a:ext cx="8229600" cy="640080"/>
          </a:xfrm>
          <a:prstGeom prst="roundRect">
            <a:avLst>
              <a:gd name="adj" fmla="val 8571"/>
            </a:avLst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4005072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still exists when Local is available — switch to external unless local_only. SIM_AGENT_API_URL / COPILOT_*_URL / COPILOT_API_KEY only matter on the Cloud path.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549640" y="480060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Capabilities: ~86 leaf tools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Delegated in-process (not via Cloud) + native Local tools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2606040" cy="2468880"/>
          </a:xfrm>
          <a:prstGeom prst="roundRect">
            <a:avLst>
              <a:gd name="adj" fmla="val 22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18872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94360" y="1600200"/>
            <a:ext cx="2331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create_workflow / edit_workflow / validate\nPatches with explicit confirmation\ninvoke_integration_tool, search_docs, skills\nuser_memory (Postgres)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00400" y="1051560"/>
            <a:ext cx="2606040" cy="2468880"/>
          </a:xfrm>
          <a:prstGeom prst="roundRect">
            <a:avLst>
              <a:gd name="adj" fmla="val 22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337560" y="118872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Delegated (~73)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337560" y="1600200"/>
            <a:ext cx="2331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(incl. run_block / run_from_block)\nDeploy API/chat/MCP, promote_to_live\nFiles/VFS, tables, KB, media, ffmpeg\nSchedules, MCP, OAuth, skills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0" y="1051560"/>
            <a:ext cx="2606040" cy="2468880"/>
          </a:xfrm>
          <a:prstGeom prst="roundRect">
            <a:avLst>
              <a:gd name="adj" fmla="val 22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080760" y="118872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not Local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080760" y="1600200"/>
            <a:ext cx="2331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Excluded: set_environment_variables,\nload_integration_tool\nGo-only: scrape / crawl / page /\nlibrary docs / patterns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37947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“Delegated” = Arena TS server handlers in-process — never proxied to Go Cloud.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549640" y="480060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Hybrid multi-agent orchestration (current)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 the Cloud subagent quality gap — in-process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0"/>
                <a:gridCol w="25603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Piece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Local now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Specialist IDs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 Cloud names (workflow…superagent)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 Go subagents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Parent tools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Intent leaves ∪ 12 specialist tools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Specialist entry tools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Pre-pass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Classifier + ≤4 parallel (counts to budget)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 orchestration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Nesting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 — depth ≤3 under SpecialistBudget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Budget / turn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inv · concurrent 4 · 90s timeout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Go-managed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Hard partition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yet (parent still has leaves)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Parent = partitions only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design: hard partitioning — parent sees only the 12 specialist tools; nesting forbidden; remove useFullCatalog dump.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8549640" y="480060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Recent improvements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Shipped + in-progress vs Cloud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85216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Feature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changed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 expansion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~26 → ~73 delegated (deploy, files, schedules, MCP, media, run_block, …)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user_memory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Ported to Local Postgres (was Go-only)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Anthropic prompt caching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cache_control on last tool + static system; cacheReadTokens logged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Accurate token budget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js-tiktoken via getAccurateTokenCount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 chat titles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generateLocalChatTitle via COPILOT_ENGAGEMENT_MODEL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 specialists (WIP)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Hybrid callable specialists + shared budget + nesting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549640" y="480060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Providers &amp; configuration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Env-driven — swap models without code changes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645920"/>
                <a:gridCol w="384048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Variable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Default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Purpose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COPILOT_ENABLED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true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Master switch for Local backend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COPILOT_PROVIDER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anthropic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anthropic | openai | openai-compatible | …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COPILOT_MODEL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claude-sonnet-4-6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Main agent model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ANTHROPIC / OPENAI_API_KEY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Provider keys (_1.._3) — not COPILOT_API_KEY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COPILOT_ENGAGEMENT_MODEL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gpt-4.1-nano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Live status + chat titles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SIM_AGENT_API_URL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copilot.sim.ai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Go URL only (external path)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566160"/>
            <a:ext cx="8229600" cy="868680"/>
          </a:xfrm>
          <a:prstGeom prst="roundRect">
            <a:avLst>
              <a:gd name="adj" fmla="val 6316"/>
            </a:avLst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370332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 Local: prompt caching on tools + static system. OpenAI-compatible needs COPILOT_BASE_URL. COPILOT_API_KEY authenticates Cloud only. Optional COPILOT_DEV/STAGING/PROD_URL for admin superuser env picker.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8549640" y="480060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parity vs Cloud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intent: core build/debug parity — not a full Go replica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651760"/>
                <a:gridCol w="246888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Capability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Local now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Workflow build / editor chat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Portable sim-route tools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~73 delegated + native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catalog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Prompt caching / token budget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Anthropic cache + tiktoken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Go-side native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Chat titles / spend gates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 (mothership path)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Multi-agent specialists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Hybrid 12 + nesting (WIP)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12 Go subagents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Parent = specialists only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yet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scrape / crawl / patterns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(search_online yes)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Local → Cloud tool proxy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Never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549640" y="480060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Moving from Cloud to Local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3977640" cy="3200400"/>
          </a:xfrm>
          <a:prstGeom prst="roundRect">
            <a:avLst>
              <a:gd name="adj" fmla="val 1714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972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Advantages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508760"/>
            <a:ext cx="361188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residency — prompts stay in your infra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dependency on copilot.sim.ai for Local users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BYO keys + model freedom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Spend gates when billing enabled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 prompt cache cuts repeated cost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chat history across Local/Cloud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Hybrid 12 specialists closing quality gap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709160" y="960120"/>
            <a:ext cx="3977640" cy="3200400"/>
          </a:xfrm>
          <a:prstGeom prst="roundRect">
            <a:avLst>
              <a:gd name="adj" fmla="val 1714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92040" y="10972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Disadvantages / gaps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892040" y="1508760"/>
            <a:ext cx="361188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parent partitioning not shipped yet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Go scrape/crawl/patterns tools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useFullCatalog can still dump all leaves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own ops: keys, upgrades, allowlist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automatic provider failover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Scales with Next.js, not a Go service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Parity drift — Cloud ships Go features first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549640" y="480060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 rollout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024128"/>
            <a:ext cx="292608" cy="292608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042416"/>
            <a:ext cx="2926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960120" y="1005840"/>
            <a:ext cx="7589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Apply DB migrations 0248–0251 (+ 0261 user_memory) in staging.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292608" cy="292608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481328"/>
            <a:ext cx="2926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60120" y="1444752"/>
            <a:ext cx="7589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COPILOT_ENABLED, provider, model, and provider API key (not COPILOT_API_KEY).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901952"/>
            <a:ext cx="292608" cy="292608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1920240"/>
            <a:ext cx="2926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60120" y="1883664"/>
            <a:ext cx="7589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Grant pilot users via local_copilot_user_access.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02920" y="2340864"/>
            <a:ext cx="292608" cy="292608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" y="2359152"/>
            <a:ext cx="2926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60120" y="2322576"/>
            <a:ext cx="7589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GET /api/local-copilot/config → enabled + canSwitchBackend.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02920" y="2779776"/>
            <a:ext cx="292608" cy="292608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2798064"/>
            <a:ext cx="2926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60120" y="2761488"/>
            <a:ext cx="7589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Exercise home + editor chat; watch specialist budget + cacheReadTokens logs.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02920" y="3218688"/>
            <a:ext cx="292608" cy="292608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" y="3236976"/>
            <a:ext cx="2926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60120" y="3200400"/>
            <a:ext cx="7589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Expand allowlist; pin sensitive users with local_only = true.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" y="443484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Docs: apps/sim/local-copilot/overview.md · README.md · executive.md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549640" y="480060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Local Copilot (Arena Copilot) — Technical Overview</dc:title>
  <dc:subject>Updated Jul 22 2026 — hybrid specialists + Local vs Cloud</dc:subject>
  <dc:creator>Arena Engineering</dc:creator>
  <cp:lastModifiedBy>Arena Engineering</cp:lastModifiedBy>
  <cp:revision>1</cp:revision>
  <dcterms:created xsi:type="dcterms:W3CDTF">2026-07-22T14:06:31Z</dcterms:created>
  <dcterms:modified xsi:type="dcterms:W3CDTF">2026-07-22T14:06:31Z</dcterms:modified>
</cp:coreProperties>
</file>