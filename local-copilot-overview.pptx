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Copilot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In-depth architecture &amp; memory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architecture · 12 specialists · session scratchpad refresh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userMemories · budgets · access · research (Exa via search_online)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4480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apps/sim/local-copilot · Jul 29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— end-to-end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chat pipeline, two backends (server-side fork)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896112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Browser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" y="1133856"/>
            <a:ext cx="243230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Workflow chat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useChat + copilotBackend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7180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46120" y="8229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896112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Lifecycle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55848" y="1133856"/>
            <a:ext cx="252374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/api/mothership/chat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· spend · persist · SSE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8932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63640" y="82296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896112"/>
            <a:ext cx="23408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Router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73368" y="1133856"/>
            <a:ext cx="234086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shouldRouteToLocalCopilot()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+ allowlist + preference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23760" y="160020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040" y="196596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039112"/>
            <a:ext cx="3941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— in-process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" y="2276856"/>
            <a:ext cx="3941064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runLocalCopilotMothershipLifecycle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context: workflows/tables/KB lists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session memory + classify +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tools ≤20 · specialists ≤8 inv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hop to copilot.sim.ai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96596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2039112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— Go Mothership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18888" y="2276856"/>
            <a:ext cx="3895344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runCheckpointLoop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SIM_AGENT_API_URL + COPILOT_API_KEY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Go agent + 12 Go specialists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scrape / crawl / patterns suite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0" y="33832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71600" y="370332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81328" y="3776472"/>
            <a:ext cx="6181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SSE → client (Mothership stream v1)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81328" y="4014216"/>
            <a:ext cx="618134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· tool call/result · status · options follow-ups · canvas diff — same shape both paths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— Local agent pipeline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runLocalCopilotAgent (orchestrator.ts)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371600" cy="155448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87552"/>
            <a:ext cx="11521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Context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225296"/>
            <a:ext cx="11521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buildLocalCopilotContext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 / tables / KB lists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userMemories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0020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737360" y="914400"/>
            <a:ext cx="1371600" cy="155448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987552"/>
            <a:ext cx="11521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47088" y="1225296"/>
            <a:ext cx="11521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ensureSessionMemory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summarizer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directive merge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32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1371600" cy="1554480"/>
          </a:xfrm>
          <a:prstGeom prst="roundRect">
            <a:avLst>
              <a:gd name="adj" fmla="val 5333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987552"/>
            <a:ext cx="11521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Classify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225296"/>
            <a:ext cx="11521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intent scores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partition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+ 12 specialist tools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1371600" cy="155448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987552"/>
            <a:ext cx="11521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Pre-pass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73168" y="1225296"/>
            <a:ext cx="11521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≤4 domains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research/auth pass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findings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932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1371600" cy="155448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987552"/>
            <a:ext cx="11521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Loop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6208" y="1225296"/>
            <a:ext cx="11521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stream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≤20 rounds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specialists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5236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589520" y="914400"/>
            <a:ext cx="1371600" cy="155448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9248" y="987552"/>
            <a:ext cx="11521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Finish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99248" y="1225296"/>
            <a:ext cx="11521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options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ledger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complete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743200"/>
            <a:ext cx="850392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798064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2999232"/>
            <a:ext cx="832104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routing.ts → shouldRouteToLocalCopilot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integration/mothership-lifecycle.ts → bridge + SSE remap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lib/agent/orchestrator.ts → agent loop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lib/context/build-context.ts · load-workspace-resources.ts · session-memory.ts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lib/agent/specialists/* → classify, budget, specialist-tools, parallel-subagents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— context lists injected every turn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buildLocalCopilotContext() loads workspace summaries into the structured prompt payload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834640" cy="3703320"/>
          </a:xfrm>
          <a:prstGeom prst="roundRect">
            <a:avLst>
              <a:gd name="adj" fmla="val 193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7782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workspaceWorkflows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2651760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table: workflow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workspaceId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 archivedAt IS NULL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Order: updatedAt DESC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Limit: 50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in context: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id · name · isDeployed · lastRunAt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Guidance: prefer run_workflow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existing entries;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create_workflow when user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asks for a new 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(confirmNewWorkflow).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workflowId is open: full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compact workflow 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just the list.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822960"/>
            <a:ext cx="2834640" cy="3703320"/>
          </a:xfrm>
          <a:prstGeom prst="roundRect">
            <a:avLst>
              <a:gd name="adj" fmla="val 193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87782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1078992"/>
            <a:ext cx="2651760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user_table_definitions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(via loadWorkspaceResourceSummaries)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workspaceId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fields typically: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id · name · description?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the model see which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tables exist before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user_table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enrichment_run.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in parallel with KB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workspace files.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822960"/>
            <a:ext cx="2651760" cy="3703320"/>
          </a:xfrm>
          <a:prstGeom prst="roundRect">
            <a:avLst>
              <a:gd name="adj" fmla="val 2069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87782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knowledgeBases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63640" y="1078992"/>
            <a:ext cx="2468880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knowledge_base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workspaceId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 deletedAt IS NULL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id · name 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in same resource load: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workspaceFiles list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every turn: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connectedIntegrations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envVariables (names)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availableBlocks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(if any)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userMemories (≥0.7)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— Postgres tables (Local / mothership)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product path uses shared mothership chat tables + Local access/memory tables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297680" cy="3840480"/>
          </a:xfrm>
          <a:prstGeom prst="roundRect">
            <a:avLst>
              <a:gd name="adj" fmla="val 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3210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Mothership path (persistLocally=false)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33272"/>
            <a:ext cx="4114800" cy="3511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transcript (shared with Cloud):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copilot_chats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+ config.sessionMemory (JSONB)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copilot_messages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Local-only gates / durable memory: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local_copilot_user_access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has_access · local_only · email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local_copilot_user_memory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prefs / entities / corrections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READS (not Local-owned):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workspace · workflow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knowledge_base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user_table_definitions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(files / integrations / skills / logs)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Migrations: 0249–0251, 0261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069080" cy="3840480"/>
          </a:xfrm>
          <a:prstGeom prst="roundRect">
            <a:avLst>
              <a:gd name="adj" fmla="val 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83210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/api/local-copilot/* path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033272"/>
            <a:ext cx="3886200" cy="3511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when persistLocally=true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(not the main home/editor path):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local_copilot_conversations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local_copilot_messages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local_copilot_tool_calls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local_copilot_patches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local_copilot_audit_logs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local_copilot_user_access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local_copilot_user_memory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create: migration 0248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Mothership bridge does NOT write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local_copilot_conversations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/ tool_calls / patches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Cloud/Local share copilot_*.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multi-agent orchestration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sees filtered domain tools ∪ 12 specialist entry tools (not hard-partitioned yet)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326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Classify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914400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scoreboard → primary + secondaries (or general). Details next.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27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Partition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508760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(+ secondary) domain tools + ALWAYS_ON (14). Empty → full catalog.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850392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214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Parent tools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103120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tools ∪ 12 specialist entry tools (same Cloud names).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606040"/>
            <a:ext cx="850392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157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Pre-pass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697480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research/auth combo → specialist pass ≤3 rounds; findings ~12k chars.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200400"/>
            <a:ext cx="850392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101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Parallel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3291840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≥2 scored domains → fan-out (research→…→scheduled_task), cap 4.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794760"/>
            <a:ext cx="850392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044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Nesting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0" y="3886200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≤3 · concurrent ≤4 · invocations ≤8 / turn · timeout 90s.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— regex scoreboard (detailed)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classifyLocalCopilotIntent() — NO LLM. Cheap keyword scoring in classify.ts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297680" cy="3794760"/>
          </a:xfrm>
          <a:prstGeom prst="roundRect">
            <a:avLst>
              <a:gd name="adj" fmla="val 14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3210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scoring works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33272"/>
            <a:ext cx="411480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domain, run keyword regexes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user message.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(# pattern hits) × weight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(examples):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weight 3: run, deploy, file, knowledge,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table, auth, media, scheduled_task,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superagent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weight 2: research, workflow, agent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patterns: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→ run|execute|debug|logs|failed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→ deploy|promote|go live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→ build|create|edit|block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superagent → gmail|slack|send email…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domains by score descending.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069080" cy="3794760"/>
          </a:xfrm>
          <a:prstGeom prst="roundRect">
            <a:avLst>
              <a:gd name="adj" fmla="val 144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83210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falls back to general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033272"/>
            <a:ext cx="388620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becomes: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primary=general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secondary=[]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useFullCatalog=true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ANY of these: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empty message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regex hits (ambiguous)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WEAK: topScore &lt; 2 and 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secondaries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TOO MANY: ≥3 strong secondaries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(score ≥ max(2, topScore×0.5))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Otherwise: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primary = top domain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secondary = other domains with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score ≥ max(2, topScore×0.5)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useFullCatalog=false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= do NOT filter tools.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— domain tools + ALWAYS_ON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toolNamesForIntent() → filterToolsByNames(). “Empty → full catalog” safety net.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297680" cy="3794760"/>
          </a:xfrm>
          <a:prstGeom prst="roundRect">
            <a:avLst>
              <a:gd name="adj" fmla="val 144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3210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“partition” builds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33272"/>
            <a:ext cx="411480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useFullCatalog / primary=general: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no filter (null) = ALL tools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 allowed names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DOMAIN_TOOL_NAMES[primary]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∪ DOMAIN_TOOL_NAMES[each secondary]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∪ ALWAYS_ON (14 helpers)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ALWAYS_ON examples: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search_docs, user_memory,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get_workflow_context,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invoke_integration_tool, …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parent ALSO gets the 12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entry tools added on top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(hybrid: filtered tools ∪ specialists).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069080" cy="3794760"/>
          </a:xfrm>
          <a:prstGeom prst="roundRect">
            <a:avLst>
              <a:gd name="adj" fmla="val 14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83210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→ full catalog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033272"/>
            <a:ext cx="388620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filtering, if tools.length ===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(misconfigured domain / no matches),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resets to ALL tools.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forces full catalog when: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intent.useFullCatalog ===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intent.primary === "general"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leave the model with zero tools.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over-share tools than stall.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as: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useFullCatalog / partitioning: hybrid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specialistPrimary / Secondary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Superagent — detailed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third-party actions specialist (Gmail, Slack, Calendar, Docs, HubSpot, …)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297680" cy="3794760"/>
          </a:xfrm>
          <a:prstGeom prst="roundRect">
            <a:avLst>
              <a:gd name="adj" fmla="val 1446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3210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33272"/>
            <a:ext cx="411480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 12 parent entry tools.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 superagent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Arg:   task (required) — one sentence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e.g. "send the email we discussed"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hint: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Focus on third-party integration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actions. Authenticate if needed,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then invoke the right tool.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classify cues (weight 3):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send/draft email, Slack message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 my calendar, Google Docs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gmail | outlook | calendar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notion | hubspot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the user wants an action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external app — not just build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that will do it later.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069080" cy="3794760"/>
          </a:xfrm>
          <a:prstGeom prst="roundRect">
            <a:avLst>
              <a:gd name="adj" fmla="val 14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83210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set inside the nested loop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033272"/>
            <a:ext cx="388620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SUPERAGENT_TOOLS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agent tools ∪ auth tools ∪ {read, glob}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agent: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list/invoke_integration_tool,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manage_mcp/skill/custom_tool,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load_user_skill, function_execute,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CRUD, platform actions…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auth: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manage_credential, oauth_*,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generate_api_key, integration helpers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read / glob (peek workspace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for attachments / content)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ALWAYS_ON when partitioned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agent alone: superagent adds auth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it can connect then act in one pass.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specialists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= classifier-only. Tool counts exclude ALWAYS_ON (merged at runtime).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057400" cy="10972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2354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124712"/>
            <a:ext cx="18745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/ edit / patches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868680"/>
            <a:ext cx="2057400" cy="10972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92354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06040" y="1124712"/>
            <a:ext cx="18745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Run, blocks, logs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2057400" cy="10972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2354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124712"/>
            <a:ext cx="18745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+ MCP servers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868680"/>
            <a:ext cx="2057400" cy="10972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92354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95160" y="1124712"/>
            <a:ext cx="18745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Creds, OAuth, API keys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103120"/>
            <a:ext cx="2057400" cy="10972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5798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2359152"/>
            <a:ext cx="18745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+ materialize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14600" y="2103120"/>
            <a:ext cx="2057400" cy="10972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215798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6040" y="2359152"/>
            <a:ext cx="18745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+ enrichments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103120"/>
            <a:ext cx="2057400" cy="10972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15798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scheduled_task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2359152"/>
            <a:ext cx="18745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Schedules + logs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2103120"/>
            <a:ext cx="2057400" cy="10972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15798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95160" y="2359152"/>
            <a:ext cx="18745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 / skills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337560"/>
            <a:ext cx="2057400" cy="10972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39242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3593592"/>
            <a:ext cx="18745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 search_online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14600" y="3337560"/>
            <a:ext cx="2057400" cy="10972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339242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06040" y="3593592"/>
            <a:ext cx="18745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Image/audio/video/ffmpeg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3337560"/>
            <a:ext cx="2057400" cy="10972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39242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600" y="3593592"/>
            <a:ext cx="18745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VFS read/glob/edit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03720" y="3337560"/>
            <a:ext cx="2057400" cy="10972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95160" y="339242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superagent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95160" y="3593592"/>
            <a:ext cx="18745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∪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+ auth + read/glob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domain tools — 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· run · deploy · auth · knowledge · table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78892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7782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260604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create/edit/validate · patches · get_workflow_data · block refs/outputs · rename/move/delete · folders · variables · diff · restore · manage_skill/custom/mcp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822960"/>
            <a:ext cx="278892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87782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1078992"/>
            <a:ext cx="260604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get_workflow_run_options · run_workflow / until_block · run_block / from_block · query_logs · get_execution_logs · explain_error · validate · set_block_enabled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822960"/>
            <a:ext cx="278892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87782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63640" y="1078992"/>
            <a:ext cx="260604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deploy_chat/api/mcp · redeploy · load/promote/update version · deployment log/status · diff · MCP server CRUD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697480"/>
            <a:ext cx="278892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5234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953512"/>
            <a:ext cx="260604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manage_credential · oauth_get_auth_link · oauth_request_access · generate_api_key · integrations list helpers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2697480"/>
            <a:ext cx="278892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75234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953512"/>
            <a:ext cx="260604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knowledge_base · materialize_file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2697480"/>
            <a:ext cx="278892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75234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953512"/>
            <a:ext cx="260604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user_table · enrichment_run · materialize_file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domain tools — B + ALWAYS_ON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scheduled_task · agent · research · media · file (superagent = slide 7)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88920" cy="155448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3210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scheduled_task / media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33272"/>
            <a:ext cx="260604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/ complete / history / logs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generate_image/audio/video · ffmpeg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777240"/>
            <a:ext cx="2788920" cy="155448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83210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1033272"/>
            <a:ext cx="260604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invoke_integration_tool · MCP/skills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function_execute · platform 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slide 7 for superagent detail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777240"/>
            <a:ext cx="2743200" cy="1554480"/>
          </a:xfrm>
          <a:prstGeom prst="roundRect">
            <a:avLst>
              <a:gd name="adj" fmla="val 35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8321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(Exa)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72200" y="1033272"/>
            <a:ext cx="256032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search_online → Exa then Serper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search_docs / search_documentation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function_execute · user_memory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416052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2374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(17)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724912"/>
            <a:ext cx="397764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· glob · grep · create_file(+folder) · workspace_file · download · materialize · edit_content · delete/rename/move · restore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468880"/>
            <a:ext cx="4206240" cy="2011680"/>
          </a:xfrm>
          <a:prstGeom prst="roundRect">
            <a:avLst>
              <a:gd name="adj" fmla="val 272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5237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ALWAYS_ON (14) — every domain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724912"/>
            <a:ext cx="402336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search_docs · search_documentation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get_workflow_context · get_available_blocks/integrations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get_blocks_metadata · list/invoke_integration_tool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open_resource · get_platform_actions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list_user_workspaces · load_user_skill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explain_error · user_memory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703320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5818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Local catalog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959352"/>
            <a:ext cx="397764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patterner · no search_patterns · no search_library_docs · no scrape/crawl/page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layers — map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different scopes. Next slides detail scratchpad refresh + userMemories.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834640" cy="3566160"/>
          </a:xfrm>
          <a:prstGeom prst="roundRect">
            <a:avLst>
              <a:gd name="adj" fmla="val 193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23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Shared chat rows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124712"/>
            <a:ext cx="2651760" cy="3236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copilot_chats 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copilot_messages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tables as Cloud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≤20 messages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tool turns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Local↔Cloud switch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transcript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Mothership path writes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 (not local_copilot_*)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868680"/>
            <a:ext cx="2834640" cy="3566160"/>
          </a:xfrm>
          <a:prstGeom prst="roundRect">
            <a:avLst>
              <a:gd name="adj" fmla="val 193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923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Session scratchpad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1124712"/>
            <a:ext cx="2651760" cy="3236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copilot_chats.config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.sessionMemory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Per-chat compact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· decisions 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· directive 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 · progress 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openQuestions · notes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Refreshed by engagement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(see next slide)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868680"/>
            <a:ext cx="2651760" cy="3566160"/>
          </a:xfrm>
          <a:prstGeom prst="roundRect">
            <a:avLst>
              <a:gd name="adj" fmla="val 2069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92354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userMemories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63640" y="1124712"/>
            <a:ext cx="2468880" cy="3236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local_copilot_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user_memory table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(migration 0261)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Cross-chat durable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prefs / entities 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Injected into context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turn (see later)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from Cloud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user_memory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summary is stored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separate table — JSON inside the chat row. No RAG / vector store.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297680" cy="3703320"/>
          </a:xfrm>
          <a:prstGeom prst="roundRect">
            <a:avLst>
              <a:gd name="adj" fmla="val 148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778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location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4114800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 copilot_chats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Column: config  (JSONB, default {})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   config.sessionMemory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Writer: persistSessionMemory()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Reader: loadSessionMemory()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File:   lib/context/session-memory.ts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by chatId + userId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(UPDATE … WHERE id AND userId)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Merges into existing config — does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wipe other config keys.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chat row Cloud/Local share for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transcript; sessionMemory is Local.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069080" cy="3703320"/>
          </a:xfrm>
          <a:prstGeom prst="roundRect">
            <a:avLst>
              <a:gd name="adj" fmla="val 14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87782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“after 6 turns” really means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078992"/>
            <a:ext cx="3886200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6 turns = verbatim in the prompt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(NOT written into the summary input).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turns (past coveredThroughMessageId)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merged into sessionMemory by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model, then persisted.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triggers (any):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 uncovered turns + prior memory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 history turns &gt; 6 (first build)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 history tokens &gt; 24,000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Cursor: coveredThroughMessageId marks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far the summary has absorbed.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summary is written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ensureSessionMemory() → summarizeSessionMemory() → persistSessionMemory()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9611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133856"/>
            <a:ext cx="1426464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config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parse sessionMemory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47088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57400" y="82296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89611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Uncovered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67128" y="1133856"/>
            <a:ext cx="1426464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after cursor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minus last 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30168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40480" y="82296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0208" y="89611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50208" y="1133856"/>
            <a:ext cx="1426464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shouldRefresh?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prior slide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13248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23560" y="82296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33288" y="89611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33288" y="1133856"/>
            <a:ext cx="1426464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merge ≤2s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96328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06640" y="82296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16368" y="89611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16368" y="1133856"/>
            <a:ext cx="1426464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config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.sessionMemory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057400"/>
            <a:ext cx="4297680" cy="246888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11226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summarizer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2313432"/>
            <a:ext cx="411480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COPILOT_ENGAGEMENT_MODEL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default gpt-4.1-nano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Timeout: 2,000 ms (Promise.race)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maxTokens: 900 · temperature: 0.2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previousMemory + newTurns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(each turn text ~600 chars max)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strict JSON (no markdown fences)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Soft-fail → keep previous memory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057400"/>
            <a:ext cx="4069080" cy="2468880"/>
          </a:xfrm>
          <a:prstGeom prst="roundRect">
            <a:avLst>
              <a:gd name="adj" fmla="val 2222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11226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enters the next prompt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313432"/>
            <a:ext cx="388620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formatSessionMemorySystemMessage()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"Session memory (authoritative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for earlier turns):"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JSON (capped ~1,800 tokens)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Injected as a system message before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6 verbatim turns.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vector DB / embedding / RAG.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Scratchpad schema &amp; directive merge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updated without LLM via mergeFollowUpDirectivesIntoSessionMemory()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297680" cy="3657600"/>
          </a:xfrm>
          <a:prstGeom prst="roundRect">
            <a:avLst>
              <a:gd name="adj" fmla="val 1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778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in config.sessionMemory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4114800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goals[] · decisions[]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constraints[]  (≤12) — durable rules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activeDirective — latest must-honor instruction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 { workflows, blocks, files, runs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progress[] · openQuestions[]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 (≤500 chars)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coveredThroughMessageId · updatedAt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Summarizer rules: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merge previous + NEW turns 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arrays ≤8 (constraints ≤12)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never store secrets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prefer IDs/names/outcomes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069080" cy="3657600"/>
          </a:xfrm>
          <a:prstGeom prst="roundRect">
            <a:avLst>
              <a:gd name="adj" fmla="val 15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87782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path (no LLM wait)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078992"/>
            <a:ext cx="3886200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extractFollowUpDirectives from user 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constraints + activeDirective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merge + persist immediately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(same config.sessionMemory key)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drives: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forced tool continuation (≤5 rounds)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persistInferredUserPreferences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both paths?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summarizer may timeout (2s).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Heuristics keep critical rules alive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when the cheap model is slow.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userMemories — durable cross-chat memory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local_copilot_user_memory · tool user_memory · context inject every turn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297680" cy="3703320"/>
          </a:xfrm>
          <a:prstGeom prst="roundRect">
            <a:avLst>
              <a:gd name="adj" fmla="val 148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778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&amp; tool API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4114800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0261_local_copilot_user_memory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Columns: user_id, workspace_id?, key, value,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memory_type, source, confidence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memory_type: preference | entity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history | correction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explicit | inferred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operations: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add · search · delete · correct ·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≤128 · value ≤4,000 · list ≤50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global (workspace_id null) 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workspace-scoped rows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Go user_memory is a separate store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069080" cy="3703320"/>
          </a:xfrm>
          <a:prstGeom prst="roundRect">
            <a:avLst>
              <a:gd name="adj" fmla="val 14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87782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+ auto-persist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078992"/>
            <a:ext cx="3886200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loadUserMemoriesForContext(userId, workspaceId)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confidence ≥ 0.7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order by confidence, updatedAt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limit 20 (hard max 50)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global ∪ this workspace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Attached on buildLocalCopilotContext 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context.userMemories[]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prompt: honor unless user overrides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Auto-persist (orchestrator):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extractFollowUpDirectives preferences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persistInferredUserPreferences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source=inferred · confidence=0.85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 5 keys / turn · soft-fail each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prefs stick without calling the tool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 (token / tools / specialists)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prompt caching is on the next slides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326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rounds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914400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MAX_TOOL_ITERATIONS = 20 (+ up to 5 forced follow-up rounds)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270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budget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508760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 tokens (js-tiktoken). Drop oldest non-system turns to fit.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850392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214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detail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2103120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state only if ≤24k tokens; else compact (ids/types/names).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606040"/>
            <a:ext cx="850392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15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load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697480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≤20 msgs (deck). Code default today is 150 — compact keeps last 6.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200400"/>
            <a:ext cx="850392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101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Verbatim window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3291840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6 turns full; older covered by session scratchpad.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794760"/>
            <a:ext cx="850392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044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3886200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depth≤3 · concurrent≤4 · 8 inv/turn · 90s timeout · parallel≤4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prompt cache — what Local sends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when COPILOT_PROVIDER=anthropic (or azure-anthropic). File: lib/anthropic/prompt-cache.ts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77824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cache_control = { type: "ephemeral", ttl: "1h" 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getAnthropicAutomaticCacheControl() — Anthropic stores a temporary prefix; later rounds can READ it cheaper than re-paying full input.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45920"/>
            <a:ext cx="2788920" cy="2697480"/>
          </a:xfrm>
          <a:prstGeom prst="roundRect">
            <a:avLst>
              <a:gd name="adj" fmla="val 203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0078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Top-level body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01952"/>
            <a:ext cx="260604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JSON includes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cache_control at root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(createAnthropicProvider)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automatic caching: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caches up to the last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cacheable block and can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 the breakpoint 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multi-turn chat grows.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645920"/>
            <a:ext cx="2788920" cy="2697480"/>
          </a:xfrm>
          <a:prstGeom prst="roundRect">
            <a:avLst>
              <a:gd name="adj" fmla="val 203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70078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First system block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901952"/>
            <a:ext cx="260604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convertMessagesToAnthropic()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puts cache_control ONLY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system text block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(static rules / prompt).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context / session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blocks after it are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marked — so the stable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stays cacheable.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645920"/>
            <a:ext cx="2651760" cy="2697480"/>
          </a:xfrm>
          <a:prstGeom prst="roundRect">
            <a:avLst>
              <a:gd name="adj" fmla="val 206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70078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Last tool def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901952"/>
            <a:ext cx="246888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toAnthropicTools()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cache_control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LAST tool in the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array.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Effect: the whole tool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prefix (up to that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breakpoint) is cacheable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rounds in a turn.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prompt cache — behavior &amp; metrics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raise the 120k input budget — it reduces repeated cost / latency on stable prefixes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297680" cy="3703320"/>
          </a:xfrm>
          <a:prstGeom prst="roundRect">
            <a:avLst>
              <a:gd name="adj" fmla="val 148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778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gets cheaper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4114800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of a turn: often WRITE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cache_creation_input_tokens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rounds (same tools + static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system still matching): READ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cache_read_input_tokens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multi-round turn: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cacheReadTokens after first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(tools + static system hit).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"Arena Copilot model round finished"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cacheReadTokens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cacheCreationTokens.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Parsed from Anthropic usage fields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cache_read_input_tokens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cache_creation_input_tokens.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069080" cy="3703320"/>
          </a:xfrm>
          <a:prstGeom prst="roundRect">
            <a:avLst>
              <a:gd name="adj" fmla="val 148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87782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&amp; caveats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078992"/>
            <a:ext cx="3886200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Anthropic Messages path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(not OpenAI-compatible providers).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= 1 hour ephemeral — idle chats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the cache and rewrite later.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tool list or static system 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changes, cache miss / rewrite.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conversation can advance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automatic breakpoint — still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tools+rules are stable.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note: recordModelUsage does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apply cheaper cache-read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— ops savings may show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bill before Arena ledger.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≠ higher context window.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— deny-by-default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closed. Miss → Cloud (or 503 on hard-require routes).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326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COPILOT_ENABLED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0" y="914400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master switch (default true if unset).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270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has_access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1508760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local_copilot_user_access row. New users start false (trigger 0250).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850392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214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local_only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103120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Local; hide switch; ignore stale external preference.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606040"/>
            <a:ext cx="850392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157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697480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arena-copilot-backend-preference → body.copilotBackend.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200400"/>
            <a:ext cx="850392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101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Fail-closed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3291840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row / DB error / missing ids → deny Local.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794760"/>
            <a:ext cx="850392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044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3886200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… SET has_access=true WHERE email='…'  (SQL only today).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vs Cloud — research &amp; why Local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 is Local. patterner / library-docs / scrape suite are not.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297680" cy="3703320"/>
          </a:xfrm>
          <a:prstGeom prst="roundRect">
            <a:avLst>
              <a:gd name="adj" fmla="val 148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778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research (exists)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4114800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search_online: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EXA_API_KEY → exa_search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fallback → Serper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search_documentation (platform docs)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search_docs (block-name heuristic — not Context7)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invoke_integration_tool can still call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exa_search / firecrawl_scrape if listed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choose Local: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residency in your Postgres + LLM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copilot.sim.ai dependency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Air-gapped / BYO models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Allowlist + local_only control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build/run/deploy parity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069080" cy="3703320"/>
          </a:xfrm>
          <a:prstGeom prst="roundRect">
            <a:avLst>
              <a:gd name="adj" fmla="val 148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87782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still unique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078992"/>
            <a:ext cx="3886200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scrape_page · crawl_website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get_page_contents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search_library_docs (Context7)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search_patterns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patterner tool in this repo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Cloud-stronger: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Richer VFS context engine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Separate Go scale unit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 parent=specialists-only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 features land on Go first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Withheld on Local by design: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set_environment_variables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load_integration_tool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49640" y="4800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Copilot — In-Depth Technical Overview</dc:title>
  <dc:subject>Jul 29 2026 — architecture diagram, specialists, session memory refresh, userMemories</dc:subject>
  <dc:creator>Arena Engineering</dc:creator>
  <cp:lastModifiedBy>Arena Engineering</cp:lastModifiedBy>
  <cp:revision>1</cp:revision>
  <dcterms:created xsi:type="dcterms:W3CDTF">2026-07-29T12:57:17Z</dcterms:created>
  <dcterms:modified xsi:type="dcterms:W3CDTF">2026-07-29T12:57:17Z</dcterms:modified>
</cp:coreProperties>
</file>